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17"/>
    </p:embeddedFont>
    <p:embeddedFont>
      <p:font typeface="Open Sans Bold" charset="1" panose="020B0806030504020204"/>
      <p:regular r:id="rId18"/>
    </p:embeddedFont>
    <p:embeddedFont>
      <p:font typeface="Calibri (MS) Bold" charset="1" panose="020F0702030404030204"/>
      <p:regular r:id="rId19"/>
    </p:embeddedFont>
    <p:embeddedFont>
      <p:font typeface="The Seasons Bold" charset="1" panose="00000000000000000000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niruddh1267-bot/Duplicate-Photo-and-File-Finder/tree/main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4476" y="364302"/>
            <a:ext cx="11614329" cy="978582"/>
            <a:chOff x="0" y="0"/>
            <a:chExt cx="3058918" cy="257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8918" cy="257733"/>
            </a:xfrm>
            <a:custGeom>
              <a:avLst/>
              <a:gdLst/>
              <a:ahLst/>
              <a:cxnLst/>
              <a:rect r="r" b="b" t="t" l="l"/>
              <a:pathLst>
                <a:path h="257733" w="3058918">
                  <a:moveTo>
                    <a:pt x="0" y="0"/>
                  </a:moveTo>
                  <a:lnTo>
                    <a:pt x="3058918" y="0"/>
                  </a:lnTo>
                  <a:lnTo>
                    <a:pt x="3058918" y="257733"/>
                  </a:lnTo>
                  <a:lnTo>
                    <a:pt x="0" y="25773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58918" cy="29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07378" y="364302"/>
            <a:ext cx="11268525" cy="1085366"/>
            <a:chOff x="0" y="0"/>
            <a:chExt cx="15024700" cy="14471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24700" cy="1447155"/>
            </a:xfrm>
            <a:custGeom>
              <a:avLst/>
              <a:gdLst/>
              <a:ahLst/>
              <a:cxnLst/>
              <a:rect r="r" b="b" t="t" l="l"/>
              <a:pathLst>
                <a:path h="1447155" w="15024700">
                  <a:moveTo>
                    <a:pt x="0" y="0"/>
                  </a:moveTo>
                  <a:lnTo>
                    <a:pt x="15024700" y="0"/>
                  </a:lnTo>
                  <a:lnTo>
                    <a:pt x="15024700" y="1447155"/>
                  </a:lnTo>
                  <a:lnTo>
                    <a:pt x="0" y="1447155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5024700" cy="15614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A.D. PATEL INSTITUTE OF TECHNOLOGY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2830" y="-493581"/>
            <a:ext cx="3284220" cy="3284220"/>
            <a:chOff x="0" y="0"/>
            <a:chExt cx="4378960" cy="4378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8054" y="3303820"/>
            <a:ext cx="2138909" cy="704503"/>
            <a:chOff x="0" y="0"/>
            <a:chExt cx="563334" cy="1855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3334" cy="185548"/>
            </a:xfrm>
            <a:custGeom>
              <a:avLst/>
              <a:gdLst/>
              <a:ahLst/>
              <a:cxnLst/>
              <a:rect r="r" b="b" t="t" l="l"/>
              <a:pathLst>
                <a:path h="185548" w="563334">
                  <a:moveTo>
                    <a:pt x="0" y="0"/>
                  </a:moveTo>
                  <a:lnTo>
                    <a:pt x="563334" y="0"/>
                  </a:lnTo>
                  <a:lnTo>
                    <a:pt x="563334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3334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7285" y="3303820"/>
            <a:ext cx="2920446" cy="868174"/>
            <a:chOff x="0" y="0"/>
            <a:chExt cx="3893928" cy="11575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93928" cy="1157565"/>
            </a:xfrm>
            <a:custGeom>
              <a:avLst/>
              <a:gdLst/>
              <a:ahLst/>
              <a:cxnLst/>
              <a:rect r="r" b="b" t="t" l="l"/>
              <a:pathLst>
                <a:path h="1157565" w="3893928">
                  <a:moveTo>
                    <a:pt x="0" y="0"/>
                  </a:moveTo>
                  <a:lnTo>
                    <a:pt x="3893928" y="0"/>
                  </a:lnTo>
                  <a:lnTo>
                    <a:pt x="3893928" y="1157565"/>
                  </a:lnTo>
                  <a:lnTo>
                    <a:pt x="0" y="1157565"/>
                  </a:lnTo>
                  <a:close/>
                </a:path>
              </a:pathLst>
            </a:custGeom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3893928" cy="12432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0181" y="4463086"/>
            <a:ext cx="2233504" cy="936416"/>
            <a:chOff x="0" y="0"/>
            <a:chExt cx="588248" cy="2466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248" cy="246628"/>
            </a:xfrm>
            <a:custGeom>
              <a:avLst/>
              <a:gdLst/>
              <a:ahLst/>
              <a:cxnLst/>
              <a:rect r="r" b="b" t="t" l="l"/>
              <a:pathLst>
                <a:path h="246628" w="588248">
                  <a:moveTo>
                    <a:pt x="0" y="0"/>
                  </a:moveTo>
                  <a:lnTo>
                    <a:pt x="588248" y="0"/>
                  </a:lnTo>
                  <a:lnTo>
                    <a:pt x="588248" y="246628"/>
                  </a:lnTo>
                  <a:lnTo>
                    <a:pt x="0" y="24662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88248" cy="284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2408" y="4531328"/>
            <a:ext cx="2689051" cy="868174"/>
            <a:chOff x="0" y="0"/>
            <a:chExt cx="3585402" cy="11575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85402" cy="1157565"/>
            </a:xfrm>
            <a:custGeom>
              <a:avLst/>
              <a:gdLst/>
              <a:ahLst/>
              <a:cxnLst/>
              <a:rect r="r" b="b" t="t" l="l"/>
              <a:pathLst>
                <a:path h="1157565" w="3585402">
                  <a:moveTo>
                    <a:pt x="0" y="0"/>
                  </a:moveTo>
                  <a:lnTo>
                    <a:pt x="3585402" y="0"/>
                  </a:lnTo>
                  <a:lnTo>
                    <a:pt x="3585402" y="1157565"/>
                  </a:lnTo>
                  <a:lnTo>
                    <a:pt x="0" y="1157565"/>
                  </a:lnTo>
                  <a:close/>
                </a:path>
              </a:pathLst>
            </a:custGeom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3585402" cy="12432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97106" y="3392108"/>
            <a:ext cx="6916870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:PROGRAMMING WITH PYTHON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39238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3198693" y="4489976"/>
            <a:ext cx="7015283" cy="909526"/>
            <a:chOff x="0" y="0"/>
            <a:chExt cx="9353710" cy="12127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53710" cy="1212701"/>
            </a:xfrm>
            <a:custGeom>
              <a:avLst/>
              <a:gdLst/>
              <a:ahLst/>
              <a:cxnLst/>
              <a:rect r="r" b="b" t="t" l="l"/>
              <a:pathLst>
                <a:path h="1212701" w="9353710">
                  <a:moveTo>
                    <a:pt x="0" y="0"/>
                  </a:moveTo>
                  <a:lnTo>
                    <a:pt x="9353710" y="0"/>
                  </a:lnTo>
                  <a:lnTo>
                    <a:pt x="9353710" y="1212701"/>
                  </a:lnTo>
                  <a:lnTo>
                    <a:pt x="0" y="1212701"/>
                  </a:lnTo>
                  <a:close/>
                </a:path>
              </a:pathLst>
            </a:custGeom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9353710" cy="129842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4200">
                  <a:solidFill>
                    <a:srgbClr val="3647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:Information Technology (IT-A)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181" y="6101473"/>
            <a:ext cx="2684295" cy="1531626"/>
            <a:chOff x="0" y="0"/>
            <a:chExt cx="706975" cy="403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6975" cy="403391"/>
            </a:xfrm>
            <a:custGeom>
              <a:avLst/>
              <a:gdLst/>
              <a:ahLst/>
              <a:cxnLst/>
              <a:rect r="r" b="b" t="t" l="l"/>
              <a:pathLst>
                <a:path h="403391" w="706975">
                  <a:moveTo>
                    <a:pt x="0" y="0"/>
                  </a:moveTo>
                  <a:lnTo>
                    <a:pt x="706975" y="0"/>
                  </a:lnTo>
                  <a:lnTo>
                    <a:pt x="706975" y="403391"/>
                  </a:lnTo>
                  <a:lnTo>
                    <a:pt x="0" y="403391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06975" cy="441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8054" y="6118593"/>
            <a:ext cx="2689051" cy="1514505"/>
            <a:chOff x="0" y="0"/>
            <a:chExt cx="3585402" cy="20193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85402" cy="2019340"/>
            </a:xfrm>
            <a:custGeom>
              <a:avLst/>
              <a:gdLst/>
              <a:ahLst/>
              <a:cxnLst/>
              <a:rect r="r" b="b" t="t" l="l"/>
              <a:pathLst>
                <a:path h="2019340" w="3585402">
                  <a:moveTo>
                    <a:pt x="0" y="0"/>
                  </a:moveTo>
                  <a:lnTo>
                    <a:pt x="3585402" y="0"/>
                  </a:lnTo>
                  <a:lnTo>
                    <a:pt x="3585402" y="2019340"/>
                  </a:lnTo>
                  <a:lnTo>
                    <a:pt x="0" y="2019340"/>
                  </a:lnTo>
                  <a:close/>
                </a:path>
              </a:pathLst>
            </a:custGeom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3585402" cy="210506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DEFINITION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628554" y="6209096"/>
            <a:ext cx="76586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847" b="true">
                <a:solidFill>
                  <a:srgbClr val="3647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Duplicate Photo anf file finder</a:t>
            </a:r>
          </a:p>
          <a:p>
            <a:pPr algn="l">
              <a:lnSpc>
                <a:spcPts val="4617"/>
              </a:lnSpc>
              <a:spcBef>
                <a:spcPct val="0"/>
              </a:spcBef>
            </a:pP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609913" y="5846715"/>
            <a:ext cx="5430432" cy="896212"/>
          </a:xfrm>
          <a:custGeom>
            <a:avLst/>
            <a:gdLst/>
            <a:ahLst/>
            <a:cxnLst/>
            <a:rect r="r" b="b" t="t" l="l"/>
            <a:pathLst>
              <a:path h="896212" w="5430432">
                <a:moveTo>
                  <a:pt x="0" y="0"/>
                </a:moveTo>
                <a:lnTo>
                  <a:pt x="5430432" y="0"/>
                </a:lnTo>
                <a:lnTo>
                  <a:pt x="5430432" y="896212"/>
                </a:lnTo>
                <a:lnTo>
                  <a:pt x="0" y="896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36" r="0" b="-936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2437844" y="5784039"/>
            <a:ext cx="5774569" cy="1021563"/>
            <a:chOff x="0" y="0"/>
            <a:chExt cx="7240576" cy="12809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40576" cy="1280910"/>
            </a:xfrm>
            <a:custGeom>
              <a:avLst/>
              <a:gdLst/>
              <a:ahLst/>
              <a:cxnLst/>
              <a:rect r="r" b="b" t="t" l="l"/>
              <a:pathLst>
                <a:path h="1280910" w="7240576">
                  <a:moveTo>
                    <a:pt x="0" y="0"/>
                  </a:moveTo>
                  <a:lnTo>
                    <a:pt x="7240576" y="0"/>
                  </a:lnTo>
                  <a:lnTo>
                    <a:pt x="7240576" y="1280910"/>
                  </a:lnTo>
                  <a:lnTo>
                    <a:pt x="0" y="1280910"/>
                  </a:lnTo>
                  <a:close/>
                </a:path>
              </a:pathLst>
            </a:custGeom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7240576" cy="136663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758"/>
                </a:lnSpc>
              </a:pPr>
              <a:r>
                <a:rPr lang="en-US" b="true" sz="4800" u="sng">
                  <a:solidFill>
                    <a:srgbClr val="FF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  <a:r>
                <a:rPr lang="en-US" sz="4800" b="true">
                  <a:solidFill>
                    <a:srgbClr val="FF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: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34068" y="6875846"/>
            <a:ext cx="7582122" cy="2121582"/>
            <a:chOff x="0" y="0"/>
            <a:chExt cx="9014941" cy="25225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14941" cy="2522505"/>
            </a:xfrm>
            <a:custGeom>
              <a:avLst/>
              <a:gdLst/>
              <a:ahLst/>
              <a:cxnLst/>
              <a:rect r="r" b="b" t="t" l="l"/>
              <a:pathLst>
                <a:path h="2522505" w="9014941">
                  <a:moveTo>
                    <a:pt x="0" y="0"/>
                  </a:moveTo>
                  <a:lnTo>
                    <a:pt x="9014941" y="0"/>
                  </a:lnTo>
                  <a:lnTo>
                    <a:pt x="9014941" y="2522505"/>
                  </a:lnTo>
                  <a:lnTo>
                    <a:pt x="0" y="2522505"/>
                  </a:lnTo>
                  <a:close/>
                </a:path>
              </a:pathLst>
            </a:custGeom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9014941" cy="26082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1813560" indent="-604520" lvl="2">
                <a:lnSpc>
                  <a:spcPts val="5040"/>
                </a:lnSpc>
                <a:buFont typeface="Arial"/>
                <a:buChar char="⚬"/>
              </a:pPr>
              <a:r>
                <a:rPr lang="en-US" b="true" sz="4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RAJ ANIRUDDH N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(12402080601004)</a:t>
              </a:r>
            </a:p>
            <a:p>
              <a:pPr algn="l">
                <a:lnSpc>
                  <a:spcPts val="504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107482"/>
            <a:ext cx="9144000" cy="6150818"/>
            <a:chOff x="0" y="0"/>
            <a:chExt cx="2408296" cy="1619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1619968"/>
            </a:xfrm>
            <a:custGeom>
              <a:avLst/>
              <a:gdLst/>
              <a:ahLst/>
              <a:cxnLst/>
              <a:rect r="r" b="b" t="t" l="l"/>
              <a:pathLst>
                <a:path h="1619968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619968"/>
                  </a:lnTo>
                  <a:lnTo>
                    <a:pt x="0" y="16199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165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1503" y="2790639"/>
            <a:ext cx="7582272" cy="6150818"/>
            <a:chOff x="0" y="0"/>
            <a:chExt cx="1001960" cy="812800"/>
          </a:xfrm>
        </p:grpSpPr>
        <p:sp>
          <p:nvSpPr>
            <p:cNvPr name="Freeform 6" id="6">
              <a:hlinkClick r:id="rId2" tooltip="https://github.com/aniruddh1267-bot/Duplicate-Photo-and-File-Finder/tree/main"/>
            </p:cNvPr>
            <p:cNvSpPr/>
            <p:nvPr/>
          </p:nvSpPr>
          <p:spPr>
            <a:xfrm flipH="false" flipV="false" rot="0">
              <a:off x="0" y="0"/>
              <a:ext cx="1001960" cy="812800"/>
            </a:xfrm>
            <a:custGeom>
              <a:avLst/>
              <a:gdLst/>
              <a:ahLst/>
              <a:cxnLst/>
              <a:rect r="r" b="b" t="t" l="l"/>
              <a:pathLst>
                <a:path h="812800" w="1001960">
                  <a:moveTo>
                    <a:pt x="18379" y="0"/>
                  </a:moveTo>
                  <a:lnTo>
                    <a:pt x="983581" y="0"/>
                  </a:lnTo>
                  <a:cubicBezTo>
                    <a:pt x="993731" y="0"/>
                    <a:pt x="1001960" y="8229"/>
                    <a:pt x="1001960" y="18379"/>
                  </a:cubicBezTo>
                  <a:lnTo>
                    <a:pt x="1001960" y="794421"/>
                  </a:lnTo>
                  <a:cubicBezTo>
                    <a:pt x="1001960" y="804571"/>
                    <a:pt x="993731" y="812800"/>
                    <a:pt x="983581" y="812800"/>
                  </a:cubicBezTo>
                  <a:lnTo>
                    <a:pt x="18379" y="812800"/>
                  </a:lnTo>
                  <a:cubicBezTo>
                    <a:pt x="8229" y="812800"/>
                    <a:pt x="0" y="804571"/>
                    <a:pt x="0" y="794421"/>
                  </a:cubicBezTo>
                  <a:lnTo>
                    <a:pt x="0" y="18379"/>
                  </a:lnTo>
                  <a:cubicBezTo>
                    <a:pt x="0" y="8229"/>
                    <a:pt x="8229" y="0"/>
                    <a:pt x="18379" y="0"/>
                  </a:cubicBezTo>
                  <a:close/>
                </a:path>
              </a:pathLst>
            </a:custGeom>
            <a:blipFill>
              <a:blip r:embed="rId3"/>
              <a:stretch>
                <a:fillRect l="-20334" t="0" r="-2033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365534" y="3343941"/>
            <a:ext cx="8922466" cy="500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085" indent="-260043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Duplicate files are often created when copying, downloading, or sharing files.</a:t>
            </a:r>
          </a:p>
          <a:p>
            <a:pPr algn="l" marL="520085" indent="-260043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Multiple copies waste valuable storage space.</a:t>
            </a:r>
          </a:p>
          <a:p>
            <a:pPr algn="l" marL="520085" indent="-260043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Manually finding duplicate files is time-consuming.</a:t>
            </a:r>
          </a:p>
          <a:p>
            <a:pPr algn="l" marL="520085" indent="-260043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Files may have different names but contain exactly the same data.</a:t>
            </a:r>
          </a:p>
          <a:p>
            <a:pPr algn="l" marL="520085" indent="-260043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Deleting files without checking can lead to accidental data loss.</a:t>
            </a:r>
          </a:p>
          <a:p>
            <a:pPr algn="l">
              <a:lnSpc>
                <a:spcPts val="3372"/>
              </a:lnSpc>
            </a:pPr>
            <a:r>
              <a:rPr lang="en-US" sz="240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Solution: A Python-based desktop application that scans a selected folder and identifies duplicate files by comparing their file size and SHA-256 hash.</a:t>
            </a:r>
          </a:p>
          <a:p>
            <a:pPr algn="l">
              <a:lnSpc>
                <a:spcPts val="3372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787923" y="647094"/>
            <a:ext cx="9843549" cy="201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1"/>
              </a:lnSpc>
            </a:pPr>
            <a:r>
              <a:rPr lang="en-US" sz="570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The Problem of Duplicate Photos and Files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483" y="3123422"/>
            <a:ext cx="125426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1ECEC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18313" y="3123422"/>
            <a:ext cx="125426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1ECEC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22830" y="-493581"/>
            <a:ext cx="3284220" cy="3284220"/>
            <a:chOff x="0" y="0"/>
            <a:chExt cx="4378960" cy="4378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36835" y="967554"/>
            <a:ext cx="11614329" cy="978582"/>
            <a:chOff x="0" y="0"/>
            <a:chExt cx="3058918" cy="257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8918" cy="257733"/>
            </a:xfrm>
            <a:custGeom>
              <a:avLst/>
              <a:gdLst/>
              <a:ahLst/>
              <a:cxnLst/>
              <a:rect r="r" b="b" t="t" l="l"/>
              <a:pathLst>
                <a:path h="257733" w="3058918">
                  <a:moveTo>
                    <a:pt x="0" y="0"/>
                  </a:moveTo>
                  <a:lnTo>
                    <a:pt x="3058918" y="0"/>
                  </a:lnTo>
                  <a:lnTo>
                    <a:pt x="3058918" y="257733"/>
                  </a:lnTo>
                  <a:lnTo>
                    <a:pt x="0" y="25773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58918" cy="29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36835" y="1079019"/>
            <a:ext cx="1161432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 and Tools 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340" y="2235018"/>
            <a:ext cx="17023901" cy="758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4"/>
              </a:lnSpc>
              <a:spcBef>
                <a:spcPct val="0"/>
              </a:spcBef>
            </a:pP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 duplicate files automatically.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 unnecessary storage usage.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Apply algorithmic techniques to compare files.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Display duplicate groups through a graphical interface.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Analyze the algorithm's time and space requirements.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Technologies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Python: Implementation language.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Tkinter: Desktop graphical interface, if used in your implementation.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 handling: Scans folders and reads file information.</a:t>
            </a:r>
          </a:p>
          <a:p>
            <a:pPr algn="l" marL="708548" indent="-354274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1">
                <a:solidFill>
                  <a:srgbClr val="3647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SHA-256: Generates a digital fingerprint of file contents.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68" y="3107482"/>
            <a:ext cx="10780414" cy="6150818"/>
            <a:chOff x="0" y="0"/>
            <a:chExt cx="2839286" cy="1619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9286" cy="1619968"/>
            </a:xfrm>
            <a:custGeom>
              <a:avLst/>
              <a:gdLst/>
              <a:ahLst/>
              <a:cxnLst/>
              <a:rect r="r" b="b" t="t" l="l"/>
              <a:pathLst>
                <a:path h="1619968" w="2839286">
                  <a:moveTo>
                    <a:pt x="0" y="0"/>
                  </a:moveTo>
                  <a:lnTo>
                    <a:pt x="2839286" y="0"/>
                  </a:lnTo>
                  <a:lnTo>
                    <a:pt x="2839286" y="1619968"/>
                  </a:lnTo>
                  <a:lnTo>
                    <a:pt x="0" y="16199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9286" cy="165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03369" y="2520265"/>
            <a:ext cx="3758905" cy="6902572"/>
            <a:chOff x="0" y="0"/>
            <a:chExt cx="990000" cy="18179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000" cy="1817962"/>
            </a:xfrm>
            <a:custGeom>
              <a:avLst/>
              <a:gdLst/>
              <a:ahLst/>
              <a:cxnLst/>
              <a:rect r="r" b="b" t="t" l="l"/>
              <a:pathLst>
                <a:path h="1817962" w="990000">
                  <a:moveTo>
                    <a:pt x="0" y="0"/>
                  </a:moveTo>
                  <a:lnTo>
                    <a:pt x="990000" y="0"/>
                  </a:lnTo>
                  <a:lnTo>
                    <a:pt x="990000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90000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72796" y="-196827"/>
            <a:ext cx="14851136" cy="10168161"/>
            <a:chOff x="0" y="0"/>
            <a:chExt cx="2086919" cy="1428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6920" cy="1428856"/>
            </a:xfrm>
            <a:custGeom>
              <a:avLst/>
              <a:gdLst/>
              <a:ahLst/>
              <a:cxnLst/>
              <a:rect r="r" b="b" t="t" l="l"/>
              <a:pathLst>
                <a:path h="1428856" w="2086920">
                  <a:moveTo>
                    <a:pt x="9383" y="0"/>
                  </a:moveTo>
                  <a:lnTo>
                    <a:pt x="2077536" y="0"/>
                  </a:lnTo>
                  <a:cubicBezTo>
                    <a:pt x="2080025" y="0"/>
                    <a:pt x="2082411" y="989"/>
                    <a:pt x="2084171" y="2748"/>
                  </a:cubicBezTo>
                  <a:cubicBezTo>
                    <a:pt x="2085931" y="4508"/>
                    <a:pt x="2086920" y="6895"/>
                    <a:pt x="2086920" y="9383"/>
                  </a:cubicBezTo>
                  <a:lnTo>
                    <a:pt x="2086920" y="1419472"/>
                  </a:lnTo>
                  <a:cubicBezTo>
                    <a:pt x="2086920" y="1421961"/>
                    <a:pt x="2085931" y="1424348"/>
                    <a:pt x="2084171" y="1426108"/>
                  </a:cubicBezTo>
                  <a:cubicBezTo>
                    <a:pt x="2082411" y="1427867"/>
                    <a:pt x="2080025" y="1428856"/>
                    <a:pt x="2077536" y="1428856"/>
                  </a:cubicBezTo>
                  <a:lnTo>
                    <a:pt x="9383" y="1428856"/>
                  </a:lnTo>
                  <a:cubicBezTo>
                    <a:pt x="6895" y="1428856"/>
                    <a:pt x="4508" y="1427867"/>
                    <a:pt x="2748" y="1426108"/>
                  </a:cubicBezTo>
                  <a:cubicBezTo>
                    <a:pt x="989" y="1424348"/>
                    <a:pt x="0" y="1421961"/>
                    <a:pt x="0" y="1419472"/>
                  </a:cubicBezTo>
                  <a:lnTo>
                    <a:pt x="0" y="9383"/>
                  </a:lnTo>
                  <a:cubicBezTo>
                    <a:pt x="0" y="6895"/>
                    <a:pt x="989" y="4508"/>
                    <a:pt x="2748" y="2748"/>
                  </a:cubicBezTo>
                  <a:cubicBezTo>
                    <a:pt x="4508" y="989"/>
                    <a:pt x="6895" y="0"/>
                    <a:pt x="9383" y="0"/>
                  </a:cubicBezTo>
                  <a:close/>
                </a:path>
              </a:pathLst>
            </a:custGeom>
            <a:blipFill>
              <a:blip r:embed="rId2"/>
              <a:stretch>
                <a:fillRect l="-1350" t="0" r="-135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20267" y="493386"/>
            <a:ext cx="9478461" cy="14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u="sng" b="true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Algorithm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2997" y="3051521"/>
            <a:ext cx="16713129" cy="641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332" indent="-326666" lvl="1">
              <a:lnSpc>
                <a:spcPts val="4236"/>
              </a:lnSpc>
              <a:buFont typeface="Arial"/>
              <a:buChar char="•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Algorithm: Size Grouping and Hash Comparison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Start the application and select a folder.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Scan all files in the selected folder.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Group files according to their file size.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Select groups containing more than one file.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Calculate the SHA-256 hash for each candidate file.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Compare the hash values of the files.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Group files with matching hashes as duplicates.</a:t>
            </a:r>
          </a:p>
          <a:p>
            <a:pPr algn="l" marL="653332" indent="-326666" lvl="1">
              <a:lnSpc>
                <a:spcPts val="4236"/>
              </a:lnSpc>
              <a:buAutoNum type="arabicPeriod" startAt="1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Display the duplicate groups and stop.</a:t>
            </a:r>
          </a:p>
          <a:p>
            <a:pPr algn="l" marL="653332" indent="-326666" lvl="1">
              <a:lnSpc>
                <a:spcPts val="4236"/>
              </a:lnSpc>
              <a:buFont typeface="Arial"/>
              <a:buChar char="•"/>
            </a:pPr>
            <a:r>
              <a:rPr lang="en-US" sz="3026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Key DAA concept: File-size filtering reduces unnecessary comparisons, while hashing helps identify files with identical contents.</a:t>
            </a:r>
          </a:p>
          <a:p>
            <a:pPr algn="l">
              <a:lnSpc>
                <a:spcPts val="423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85868" y="2419267"/>
            <a:ext cx="552462" cy="7496361"/>
            <a:chOff x="0" y="0"/>
            <a:chExt cx="145504" cy="1974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504" cy="1974350"/>
            </a:xfrm>
            <a:custGeom>
              <a:avLst/>
              <a:gdLst/>
              <a:ahLst/>
              <a:cxnLst/>
              <a:rect r="r" b="b" t="t" l="l"/>
              <a:pathLst>
                <a:path h="1974350" w="145504">
                  <a:moveTo>
                    <a:pt x="0" y="0"/>
                  </a:moveTo>
                  <a:lnTo>
                    <a:pt x="145504" y="0"/>
                  </a:lnTo>
                  <a:lnTo>
                    <a:pt x="145504" y="1974350"/>
                  </a:lnTo>
                  <a:lnTo>
                    <a:pt x="0" y="1974350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5504" cy="201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29095" y="3384428"/>
            <a:ext cx="3758905" cy="6902572"/>
            <a:chOff x="0" y="0"/>
            <a:chExt cx="990000" cy="181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000" cy="1817962"/>
            </a:xfrm>
            <a:custGeom>
              <a:avLst/>
              <a:gdLst/>
              <a:ahLst/>
              <a:cxnLst/>
              <a:rect r="r" b="b" t="t" l="l"/>
              <a:pathLst>
                <a:path h="1817962" w="990000">
                  <a:moveTo>
                    <a:pt x="0" y="0"/>
                  </a:moveTo>
                  <a:lnTo>
                    <a:pt x="990000" y="0"/>
                  </a:lnTo>
                  <a:lnTo>
                    <a:pt x="990000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0000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33214" y="2532523"/>
            <a:ext cx="5403961" cy="3734548"/>
            <a:chOff x="0" y="0"/>
            <a:chExt cx="117613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6137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137">
                  <a:moveTo>
                    <a:pt x="25787" y="0"/>
                  </a:moveTo>
                  <a:lnTo>
                    <a:pt x="1150349" y="0"/>
                  </a:lnTo>
                  <a:cubicBezTo>
                    <a:pt x="1164591" y="0"/>
                    <a:pt x="1176137" y="11545"/>
                    <a:pt x="1176137" y="25787"/>
                  </a:cubicBezTo>
                  <a:lnTo>
                    <a:pt x="1176137" y="787013"/>
                  </a:lnTo>
                  <a:cubicBezTo>
                    <a:pt x="1176137" y="793852"/>
                    <a:pt x="1173420" y="800411"/>
                    <a:pt x="1168584" y="805247"/>
                  </a:cubicBezTo>
                  <a:cubicBezTo>
                    <a:pt x="1163748" y="810083"/>
                    <a:pt x="1157189" y="812800"/>
                    <a:pt x="1150349" y="812800"/>
                  </a:cubicBezTo>
                  <a:lnTo>
                    <a:pt x="25787" y="812800"/>
                  </a:lnTo>
                  <a:cubicBezTo>
                    <a:pt x="11545" y="812800"/>
                    <a:pt x="0" y="801255"/>
                    <a:pt x="0" y="787013"/>
                  </a:cubicBezTo>
                  <a:lnTo>
                    <a:pt x="0" y="25787"/>
                  </a:lnTo>
                  <a:cubicBezTo>
                    <a:pt x="0" y="11545"/>
                    <a:pt x="11545" y="0"/>
                    <a:pt x="25787" y="0"/>
                  </a:cubicBezTo>
                  <a:close/>
                </a:path>
              </a:pathLst>
            </a:custGeom>
            <a:blipFill>
              <a:blip r:embed="rId2"/>
              <a:stretch>
                <a:fillRect l="-844" t="0" r="-84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113638" y="6466411"/>
            <a:ext cx="7153627" cy="3293241"/>
            <a:chOff x="0" y="0"/>
            <a:chExt cx="1765576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5576" cy="812800"/>
            </a:xfrm>
            <a:custGeom>
              <a:avLst/>
              <a:gdLst/>
              <a:ahLst/>
              <a:cxnLst/>
              <a:rect r="r" b="b" t="t" l="l"/>
              <a:pathLst>
                <a:path h="812800" w="1765576">
                  <a:moveTo>
                    <a:pt x="19480" y="0"/>
                  </a:moveTo>
                  <a:lnTo>
                    <a:pt x="1746096" y="0"/>
                  </a:lnTo>
                  <a:cubicBezTo>
                    <a:pt x="1751262" y="0"/>
                    <a:pt x="1756217" y="2052"/>
                    <a:pt x="1759870" y="5706"/>
                  </a:cubicBezTo>
                  <a:cubicBezTo>
                    <a:pt x="1763524" y="9359"/>
                    <a:pt x="1765576" y="14314"/>
                    <a:pt x="1765576" y="19480"/>
                  </a:cubicBezTo>
                  <a:lnTo>
                    <a:pt x="1765576" y="793320"/>
                  </a:lnTo>
                  <a:cubicBezTo>
                    <a:pt x="1765576" y="804078"/>
                    <a:pt x="1756854" y="812800"/>
                    <a:pt x="1746096" y="812800"/>
                  </a:cubicBezTo>
                  <a:lnTo>
                    <a:pt x="19480" y="812800"/>
                  </a:lnTo>
                  <a:cubicBezTo>
                    <a:pt x="8722" y="812800"/>
                    <a:pt x="0" y="804078"/>
                    <a:pt x="0" y="793320"/>
                  </a:cubicBezTo>
                  <a:lnTo>
                    <a:pt x="0" y="19480"/>
                  </a:lnTo>
                  <a:cubicBezTo>
                    <a:pt x="0" y="8722"/>
                    <a:pt x="8722" y="0"/>
                    <a:pt x="1948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608" r="0" b="-260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77018" y="2996592"/>
            <a:ext cx="8571237" cy="62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File Handling: Reads files and scans folders and subfolders.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Dictionaries: Groups files by file size and SHA-256 hash.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Hashing (SHA-256): Compares file contents to identify duplicate candidates.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Optimization: Checks file sizes first to reduce unnecessary hashing.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Exception Handling: Handles errors such as inaccessible files.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Threading: Runs scanning in the background to keep the interface responsive.</a:t>
            </a:r>
          </a:p>
          <a:p>
            <a:pPr algn="l" marL="507238" indent="-253619" lvl="1">
              <a:lnSpc>
                <a:spcPts val="3289"/>
              </a:lnSpc>
              <a:buFont typeface="Arial"/>
              <a:buChar char="•"/>
            </a:pPr>
            <a:r>
              <a:rPr lang="en-US" b="true" sz="2349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GUI Programming (Tkinter): Provides a user-friendly desktop interface.</a:t>
            </a:r>
          </a:p>
          <a:p>
            <a:pPr algn="l">
              <a:lnSpc>
                <a:spcPts val="328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654460" y="15741"/>
            <a:ext cx="11995996" cy="231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4"/>
              </a:lnSpc>
            </a:pPr>
            <a:r>
              <a:rPr lang="en-US" sz="6546" u="sng" b="true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Python and Algorithm Concepts Used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29095" y="3384428"/>
            <a:ext cx="3758905" cy="6902572"/>
            <a:chOff x="0" y="0"/>
            <a:chExt cx="990000" cy="181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000" cy="1817962"/>
            </a:xfrm>
            <a:custGeom>
              <a:avLst/>
              <a:gdLst/>
              <a:ahLst/>
              <a:cxnLst/>
              <a:rect r="r" b="b" t="t" l="l"/>
              <a:pathLst>
                <a:path h="1817962" w="990000">
                  <a:moveTo>
                    <a:pt x="0" y="0"/>
                  </a:moveTo>
                  <a:lnTo>
                    <a:pt x="990000" y="0"/>
                  </a:lnTo>
                  <a:lnTo>
                    <a:pt x="990000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0000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7677" y="2687608"/>
            <a:ext cx="8140987" cy="65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Folder Selection: Select any folder to scan.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Recursive Scanning: Searches files inside subfolders.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Duplicate Detection: Identifies duplicate candidates using file size and SHA-256 hashes.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Progress Tracking: Shows scanning progress and supports cancellation.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CSV Report Export: Saves duplicate file details for future reference.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Quarantine Feature: Moves selected files to a quarantine folder instead of permanently deleting them.</a:t>
            </a:r>
          </a:p>
          <a:p>
            <a:pPr algn="l" marL="539357" indent="-269678" lvl="1">
              <a:lnSpc>
                <a:spcPts val="3497"/>
              </a:lnSpc>
              <a:buFont typeface="Arial"/>
              <a:buChar char="•"/>
            </a:pPr>
            <a:r>
              <a:rPr lang="en-US" sz="249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Error Handling: Handles inaccessible files and other file-operation errors.</a:t>
            </a:r>
          </a:p>
          <a:p>
            <a:pPr algn="l">
              <a:lnSpc>
                <a:spcPts val="349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84039" y="2271743"/>
            <a:ext cx="5403961" cy="3734548"/>
            <a:chOff x="0" y="0"/>
            <a:chExt cx="117613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6137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137">
                  <a:moveTo>
                    <a:pt x="25787" y="0"/>
                  </a:moveTo>
                  <a:lnTo>
                    <a:pt x="1150349" y="0"/>
                  </a:lnTo>
                  <a:cubicBezTo>
                    <a:pt x="1164591" y="0"/>
                    <a:pt x="1176137" y="11545"/>
                    <a:pt x="1176137" y="25787"/>
                  </a:cubicBezTo>
                  <a:lnTo>
                    <a:pt x="1176137" y="787013"/>
                  </a:lnTo>
                  <a:cubicBezTo>
                    <a:pt x="1176137" y="793852"/>
                    <a:pt x="1173420" y="800411"/>
                    <a:pt x="1168584" y="805247"/>
                  </a:cubicBezTo>
                  <a:cubicBezTo>
                    <a:pt x="1163748" y="810083"/>
                    <a:pt x="1157189" y="812800"/>
                    <a:pt x="1150349" y="812800"/>
                  </a:cubicBezTo>
                  <a:lnTo>
                    <a:pt x="25787" y="812800"/>
                  </a:lnTo>
                  <a:cubicBezTo>
                    <a:pt x="11545" y="812800"/>
                    <a:pt x="0" y="801255"/>
                    <a:pt x="0" y="787013"/>
                  </a:cubicBezTo>
                  <a:lnTo>
                    <a:pt x="0" y="25787"/>
                  </a:lnTo>
                  <a:cubicBezTo>
                    <a:pt x="0" y="11545"/>
                    <a:pt x="11545" y="0"/>
                    <a:pt x="257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87" r="0" b="-58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05662" y="6092017"/>
            <a:ext cx="5403961" cy="3734548"/>
            <a:chOff x="0" y="0"/>
            <a:chExt cx="117613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6137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137">
                  <a:moveTo>
                    <a:pt x="25787" y="0"/>
                  </a:moveTo>
                  <a:lnTo>
                    <a:pt x="1150349" y="0"/>
                  </a:lnTo>
                  <a:cubicBezTo>
                    <a:pt x="1164591" y="0"/>
                    <a:pt x="1176137" y="11545"/>
                    <a:pt x="1176137" y="25787"/>
                  </a:cubicBezTo>
                  <a:lnTo>
                    <a:pt x="1176137" y="787013"/>
                  </a:lnTo>
                  <a:cubicBezTo>
                    <a:pt x="1176137" y="793852"/>
                    <a:pt x="1173420" y="800411"/>
                    <a:pt x="1168584" y="805247"/>
                  </a:cubicBezTo>
                  <a:cubicBezTo>
                    <a:pt x="1163748" y="810083"/>
                    <a:pt x="1157189" y="812800"/>
                    <a:pt x="1150349" y="812800"/>
                  </a:cubicBezTo>
                  <a:lnTo>
                    <a:pt x="25787" y="812800"/>
                  </a:lnTo>
                  <a:cubicBezTo>
                    <a:pt x="11545" y="812800"/>
                    <a:pt x="0" y="801255"/>
                    <a:pt x="0" y="787013"/>
                  </a:cubicBezTo>
                  <a:lnTo>
                    <a:pt x="0" y="25787"/>
                  </a:lnTo>
                  <a:cubicBezTo>
                    <a:pt x="0" y="11545"/>
                    <a:pt x="11545" y="0"/>
                    <a:pt x="25787" y="0"/>
                  </a:cubicBezTo>
                  <a:close/>
                </a:path>
              </a:pathLst>
            </a:custGeom>
            <a:blipFill>
              <a:blip r:embed="rId5"/>
              <a:stretch>
                <a:fillRect l="-2837" t="0" r="-283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939348" y="-25223"/>
            <a:ext cx="8532628" cy="221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1"/>
              </a:lnSpc>
            </a:pPr>
            <a:r>
              <a:rPr lang="en-US" sz="6236" u="sng" b="true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Main Features of Duplicate File Finder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68" y="3107482"/>
            <a:ext cx="10780414" cy="6150818"/>
            <a:chOff x="0" y="0"/>
            <a:chExt cx="2839286" cy="1619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9286" cy="1619968"/>
            </a:xfrm>
            <a:custGeom>
              <a:avLst/>
              <a:gdLst/>
              <a:ahLst/>
              <a:cxnLst/>
              <a:rect r="r" b="b" t="t" l="l"/>
              <a:pathLst>
                <a:path h="1619968" w="2839286">
                  <a:moveTo>
                    <a:pt x="0" y="0"/>
                  </a:moveTo>
                  <a:lnTo>
                    <a:pt x="2839286" y="0"/>
                  </a:lnTo>
                  <a:lnTo>
                    <a:pt x="2839286" y="1619968"/>
                  </a:lnTo>
                  <a:lnTo>
                    <a:pt x="0" y="16199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9286" cy="165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03369" y="2520265"/>
            <a:ext cx="3758905" cy="6902572"/>
            <a:chOff x="0" y="0"/>
            <a:chExt cx="990000" cy="18179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000" cy="1817962"/>
            </a:xfrm>
            <a:custGeom>
              <a:avLst/>
              <a:gdLst/>
              <a:ahLst/>
              <a:cxnLst/>
              <a:rect r="r" b="b" t="t" l="l"/>
              <a:pathLst>
                <a:path h="1817962" w="990000">
                  <a:moveTo>
                    <a:pt x="0" y="0"/>
                  </a:moveTo>
                  <a:lnTo>
                    <a:pt x="990000" y="0"/>
                  </a:lnTo>
                  <a:lnTo>
                    <a:pt x="990000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90000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2430" y="2520265"/>
            <a:ext cx="8216870" cy="6352224"/>
            <a:chOff x="0" y="0"/>
            <a:chExt cx="105139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391" cy="812800"/>
            </a:xfrm>
            <a:custGeom>
              <a:avLst/>
              <a:gdLst/>
              <a:ahLst/>
              <a:cxnLst/>
              <a:rect r="r" b="b" t="t" l="l"/>
              <a:pathLst>
                <a:path h="812800" w="1051391">
                  <a:moveTo>
                    <a:pt x="16960" y="0"/>
                  </a:moveTo>
                  <a:lnTo>
                    <a:pt x="1034432" y="0"/>
                  </a:lnTo>
                  <a:cubicBezTo>
                    <a:pt x="1038929" y="0"/>
                    <a:pt x="1043243" y="1787"/>
                    <a:pt x="1046424" y="4967"/>
                  </a:cubicBezTo>
                  <a:cubicBezTo>
                    <a:pt x="1049604" y="8148"/>
                    <a:pt x="1051391" y="12462"/>
                    <a:pt x="1051391" y="16960"/>
                  </a:cubicBezTo>
                  <a:lnTo>
                    <a:pt x="1051391" y="795840"/>
                  </a:lnTo>
                  <a:cubicBezTo>
                    <a:pt x="1051391" y="805207"/>
                    <a:pt x="1043798" y="812800"/>
                    <a:pt x="1034432" y="812800"/>
                  </a:cubicBezTo>
                  <a:lnTo>
                    <a:pt x="16960" y="812800"/>
                  </a:lnTo>
                  <a:cubicBezTo>
                    <a:pt x="7593" y="812800"/>
                    <a:pt x="0" y="805207"/>
                    <a:pt x="0" y="795840"/>
                  </a:cubicBezTo>
                  <a:lnTo>
                    <a:pt x="0" y="16960"/>
                  </a:lnTo>
                  <a:cubicBezTo>
                    <a:pt x="0" y="7593"/>
                    <a:pt x="7593" y="0"/>
                    <a:pt x="169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58" r="0" b="-16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50316" y="-1324013"/>
            <a:ext cx="5417969" cy="5396340"/>
            <a:chOff x="0" y="0"/>
            <a:chExt cx="7223959" cy="7195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4541" y="3140616"/>
            <a:ext cx="6691608" cy="41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Duplicate File Test: Checks whether files with identical contents are identified.</a:t>
            </a:r>
          </a:p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Different Content Test: Checks files with the same size but different contents.</a:t>
            </a:r>
          </a:p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Folder Scanning Test: Verifies that files in subfolders are scanned.</a:t>
            </a:r>
          </a:p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Empty Folder Test: Checks the application when no files are present.</a:t>
            </a:r>
          </a:p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CSV Export Test: Verifies that duplicate information can be exported.</a:t>
            </a:r>
          </a:p>
          <a:p>
            <a:pPr algn="l" marL="400455" indent="-200228" lvl="1">
              <a:lnSpc>
                <a:spcPts val="2596"/>
              </a:lnSpc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Quarantine Test: Checks whether selected files are moved to the quarantine folder.</a:t>
            </a:r>
          </a:p>
          <a:p>
            <a:pPr algn="l">
              <a:lnSpc>
                <a:spcPts val="259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565870" y="378420"/>
            <a:ext cx="11074446" cy="9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7"/>
              </a:lnSpc>
            </a:pPr>
            <a:r>
              <a:rPr lang="en-US" sz="5219" u="sng" b="true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Testing and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23783"/>
            <a:ext cx="18288000" cy="6495273"/>
            <a:chOff x="0" y="0"/>
            <a:chExt cx="4816593" cy="1710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710689"/>
            </a:xfrm>
            <a:custGeom>
              <a:avLst/>
              <a:gdLst/>
              <a:ahLst/>
              <a:cxnLst/>
              <a:rect r="r" b="b" t="t" l="l"/>
              <a:pathLst>
                <a:path h="17106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0689"/>
                  </a:lnTo>
                  <a:lnTo>
                    <a:pt x="0" y="1710689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748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33979" y="2411706"/>
            <a:ext cx="15873734" cy="551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Saves time by automatically detecting duplicate files.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Helps organize files and manage storage.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SHA-256 hashing for content-based comparison.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CSV reports and safer file quarantine.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Scanning large folders may take time.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Inaccessible files may not be processed.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detects identical file contents, not visually similar images.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 a restore option for quarantined files.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 image previews and file-type filters.</a:t>
            </a:r>
          </a:p>
          <a:p>
            <a:pPr algn="l" marL="480126" indent="-240063" lvl="1">
              <a:lnSpc>
                <a:spcPts val="3113"/>
              </a:lnSpc>
              <a:buFont typeface="Arial"/>
              <a:buChar char="•"/>
            </a:pPr>
            <a:r>
              <a:rPr lang="en-US" sz="2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reporting and scanning performance.</a:t>
            </a:r>
          </a:p>
          <a:p>
            <a:pPr algn="l">
              <a:lnSpc>
                <a:spcPts val="311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80440" y="392152"/>
            <a:ext cx="12330307" cy="88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2"/>
              </a:lnSpc>
            </a:pPr>
            <a:r>
              <a:rPr lang="en-US" sz="5072" u="sng" b="true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Advantages, Limitations and Future Scope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29095" y="3384428"/>
            <a:ext cx="3758905" cy="6902572"/>
            <a:chOff x="0" y="0"/>
            <a:chExt cx="990000" cy="181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000" cy="1817962"/>
            </a:xfrm>
            <a:custGeom>
              <a:avLst/>
              <a:gdLst/>
              <a:ahLst/>
              <a:cxnLst/>
              <a:rect r="r" b="b" t="t" l="l"/>
              <a:pathLst>
                <a:path h="1817962" w="990000">
                  <a:moveTo>
                    <a:pt x="0" y="0"/>
                  </a:moveTo>
                  <a:lnTo>
                    <a:pt x="990000" y="0"/>
                  </a:lnTo>
                  <a:lnTo>
                    <a:pt x="990000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0000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79496" y="2982307"/>
            <a:ext cx="10780115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Developed a desktop application using Python.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Uses file size and SHA-256 hashing to identify duplicate file candidates.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Uses Tkinter to provide a graphical user interface.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Supports CSV report export and file quarantine.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Demonstrates practical Python programming concepts.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103780" y="-493581"/>
            <a:ext cx="3284220" cy="3284220"/>
            <a:chOff x="0" y="0"/>
            <a:chExt cx="4378960" cy="437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78960" cy="4378960"/>
            </a:xfrm>
            <a:custGeom>
              <a:avLst/>
              <a:gdLst/>
              <a:ahLst/>
              <a:cxnLst/>
              <a:rect r="r" b="b" t="t" l="l"/>
              <a:pathLst>
                <a:path h="4378960" w="4378960">
                  <a:moveTo>
                    <a:pt x="0" y="0"/>
                  </a:moveTo>
                  <a:lnTo>
                    <a:pt x="4378960" y="0"/>
                  </a:lnTo>
                  <a:lnTo>
                    <a:pt x="4378960" y="4378960"/>
                  </a:lnTo>
                  <a:lnTo>
                    <a:pt x="0" y="437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98728" y="-1416856"/>
            <a:ext cx="5417969" cy="5396340"/>
            <a:chOff x="0" y="0"/>
            <a:chExt cx="7223959" cy="7195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4014" cy="7195058"/>
            </a:xfrm>
            <a:custGeom>
              <a:avLst/>
              <a:gdLst/>
              <a:ahLst/>
              <a:cxnLst/>
              <a:rect r="r" b="b" t="t" l="l"/>
              <a:pathLst>
                <a:path h="7195058" w="7224014">
                  <a:moveTo>
                    <a:pt x="0" y="0"/>
                  </a:moveTo>
                  <a:lnTo>
                    <a:pt x="7224014" y="0"/>
                  </a:lnTo>
                  <a:lnTo>
                    <a:pt x="7224014" y="7195058"/>
                  </a:lnTo>
                  <a:lnTo>
                    <a:pt x="0" y="7195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59635" y="-23389"/>
            <a:ext cx="5718254" cy="14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 u="sng">
                <a:solidFill>
                  <a:srgbClr val="FF3131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7001" y="3066064"/>
            <a:ext cx="9513998" cy="225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DAHW3nPET6w</dc:identifier>
  <dcterms:modified xsi:type="dcterms:W3CDTF">2011-08-01T06:04:30Z</dcterms:modified>
  <cp:revision>1</cp:revision>
  <dc:title>12402080601004_Duplicate File finder</dc:title>
</cp:coreProperties>
</file>